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12188952" cy="54864"/>
          </a:xfrm>
          <a:prstGeom prst="rect">
            <a:avLst/>
          </a:prstGeom>
          <a:solidFill>
            <a:srgbClr val="3A43B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all-in-one CRM built for clinics &amp; healthcare practices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leads → convert to patients → manage care → get paid — in one place.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Pitch  · 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Clinics run on a patchwork of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come from WhatsApp, calls, ads and forms — and slip through the cracks.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single, searchable view of a patient’s full journey and history.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Follow-ups and appointment reminders are manual and easily missed.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CRMs aren’t built for clinical workflows (consultations, doctors, visits).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is scattered across spreadsheets, paper, and disconnected apps.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purpose-built for healthcare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 unifies the entire patient lifecycle — from first inquiry to final payment — with automation and integrations that fit how clinics actually work.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9077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2918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Auto-collect leads from forms, ads, WhatsApp &amp; website.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3024" y="27432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4192" y="29077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4192" y="32918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Pipeline, tags, follow-ups — turn inquiries into patients.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5968" y="27432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7136" y="29077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7136" y="32918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records, appointments, consultations &amp; history.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5994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49834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and payments tied to each patient.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3024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84192" y="45994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84192" y="49834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+ reminders so nothing falls through.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25968" y="44348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7136" y="45994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27136" y="49834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reports on conversion, sources &amp; revenue.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What’s already built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&amp; Pipeline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Stages, priority, sources, tags, bulk actions, custom fields, Kanban &amp; table views.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3024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4192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4192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Profiles, medical history, auto patient IDs, linked lead↔patient timeline.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7136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Book, confirm, reschedule; auto-reminders; shared across lead &amp; patient.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view + Google-Sheets-style spreadsheet view; outcomes &amp; next steps.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3024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84192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84192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visit records — diagnosis, treatment, visit details.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25968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7136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Modules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7136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No-code sections &amp; fields on leads or patients.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" y="52852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56692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charts: pipeline, sources, revenue, team, date &amp; person filters.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3024" y="51206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84192" y="52852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84192" y="56692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toasts + notification center across all devices.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25968" y="51206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27136" y="52852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27136" y="56692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Team, tags, modules, rules, theming, configurable patient IDs.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lose a lead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 from anywhere become leads automatically, with smart field mapping.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25420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Forms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 Script → instant lead capture.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3024" y="23774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84192" y="25420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WordPress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84192" y="29260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plugin captures every form plugin (CF7, WPForms, Elementor…).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5968" y="237744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7136" y="254203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Lead Ads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7136" y="292608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Facebook &amp; Instagram lead-gen (planned).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423367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Zapier + Webhook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1248" y="461772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6,000+ apps via inbound webhook.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83024" y="406908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84192" y="423367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Field Mapping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84192" y="461772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any form field to the right lead field.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25968" y="406908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7136" y="423367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Docs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27136" y="461772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Self-serve setup guides at /docs.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happens automatically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789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engine: when an event happens → check conditions → run an action (e.g., auto-advance stage, add a tag).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notifications: every key event surfaces as a toast on every open device, org-wide.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center with unread badge, history, and 30-day auto-cleanup.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 for due/overdue follow-ups, tasks, and upcoming appointments.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Auto-created follow-up tasks and appointment reminders.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inquiry to insight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21297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lead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83892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03932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3A43B5"/>
          </a:solidFill>
          <a:ln/>
        </p:spPr>
      </p:sp>
      <p:sp>
        <p:nvSpPr>
          <p:cNvPr id="11" name="Text 9"/>
          <p:cNvSpPr/>
          <p:nvPr/>
        </p:nvSpPr>
        <p:spPr>
          <a:xfrm>
            <a:off x="2503932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95372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Qualify &amp; follow 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47744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67784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21297E"/>
          </a:solidFill>
          <a:ln/>
        </p:spPr>
      </p:sp>
      <p:sp>
        <p:nvSpPr>
          <p:cNvPr id="15" name="Text 13"/>
          <p:cNvSpPr/>
          <p:nvPr/>
        </p:nvSpPr>
        <p:spPr>
          <a:xfrm>
            <a:off x="4367784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59224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to patient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11596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31636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3A43B5"/>
          </a:solidFill>
          <a:ln/>
        </p:spPr>
      </p:sp>
      <p:sp>
        <p:nvSpPr>
          <p:cNvPr id="19" name="Text 17"/>
          <p:cNvSpPr/>
          <p:nvPr/>
        </p:nvSpPr>
        <p:spPr>
          <a:xfrm>
            <a:off x="6231636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23076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Appointments &amp; consults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5448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95488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21297E"/>
          </a:solidFill>
          <a:ln/>
        </p:spPr>
      </p:sp>
      <p:sp>
        <p:nvSpPr>
          <p:cNvPr id="23" name="Text 21"/>
          <p:cNvSpPr/>
          <p:nvPr/>
        </p:nvSpPr>
        <p:spPr>
          <a:xfrm>
            <a:off x="8095488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86928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393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959340" y="2743200"/>
            <a:ext cx="1589532" cy="1371600"/>
          </a:xfrm>
          <a:prstGeom prst="roundRect">
            <a:avLst>
              <a:gd name="adj" fmla="val 5333"/>
            </a:avLst>
          </a:prstGeom>
          <a:solidFill>
            <a:srgbClr val="3A43B5"/>
          </a:solidFill>
          <a:ln/>
        </p:spPr>
      </p:sp>
      <p:sp>
        <p:nvSpPr>
          <p:cNvPr id="27" name="Text 25"/>
          <p:cNvSpPr/>
          <p:nvPr/>
        </p:nvSpPr>
        <p:spPr>
          <a:xfrm>
            <a:off x="9959340" y="288036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050780" y="3291840"/>
            <a:ext cx="14066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insights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RIGHT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configurable, multi-tenant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stack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16, React 19, Tailwind — fast, responsive web app.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3024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4192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backend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4192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Postgres, Auth (incl. Google + 2FA), and Realtime.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173736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19019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7136" y="228600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Org-scoped data; each clinic configures its own setup.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stages, fields, modules &amp; branding per clinic.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3024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84192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Cloud-deployed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84192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deploy on Vercel; accessible anywhere.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25968" y="3429000"/>
            <a:ext cx="34229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27136" y="359359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7136" y="3977640"/>
            <a:ext cx="30205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+ integrations; docs for self-serve onboarding.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working MVP, in active development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10789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&amp; usable today
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Leads, patients, appointments, follow-ups, consultations, custom modules, reports, integrations, automation rules, and real-time notifications are built and deployed.
</a:t>
            </a:r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
</a:t>
            </a:r>
            <a:pPr indent="0" marL="0">
              <a:buNone/>
            </a:pPr>
            <a:r>
              <a:rPr lang="en-US" sz="14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billing/payments, security hardening (access policies), and a few integrations (Meta, WhatsApp) are still being completed.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we’re going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29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 term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3020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flow • Security/roles hardening • WhatsApp Business • patient-list parity.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3024" y="2194560"/>
            <a:ext cx="34229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4192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 term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4192" y="2743200"/>
            <a:ext cx="3020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portal • SMS/WhatsApp campaigns • advanced analytics &amp; exports.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2194560"/>
            <a:ext cx="34229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 term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7136" y="2743200"/>
            <a:ext cx="3020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Multi-branch • inventory • AI assist (smart follow-ups, summaries).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5743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43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6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recurring SaaS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3020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Monthly/annual per clinic, tiered by seats &amp; features.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3024" y="219456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84192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4192" y="2743200"/>
            <a:ext cx="3020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Integrations, SMS/WhatsApp credits, extra storage.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25968" y="2194560"/>
            <a:ext cx="34229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sx="100000" sy="100000" kx="0" ky="0" algn="bl" rotWithShape="0" blurRad="76200" dist="25400" dir="5400000">
              <a:srgbClr val="C9CCE6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7136" y="2359152"/>
            <a:ext cx="302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27136" y="2743200"/>
            <a:ext cx="3020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data-migration services for new clinics.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D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now: clinics are digitizing fast and underserved by generic CRMs that don’t fit clinical workflows.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Let’s build this together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C9CE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for your input on priorities, a few pilot clinics to test with, and partnership to take it to market.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2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HealthCRM  ·  diabetes.kinshealth@gmail.com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HealthCRM Pitch Deck</dc:title>
  <dc:subject>PptxGenJS Presentation</dc:subject>
  <dc:creator>HealthCRM</dc:creator>
  <cp:lastModifiedBy>HealthCRM</cp:lastModifiedBy>
  <cp:revision>1</cp:revision>
  <dcterms:created xsi:type="dcterms:W3CDTF">2026-06-08T16:23:05Z</dcterms:created>
  <dcterms:modified xsi:type="dcterms:W3CDTF">2026-06-08T16:23:05Z</dcterms:modified>
</cp:coreProperties>
</file>